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Rafael brings construction and local experience; John handles community and digital work. Their roles, the legal organization and the right to use each property need written agreements. This draft explains the plan and asks for partners; it does not offer an investment.</a:t>
            </a:r>
          </a:p>
          <a:p/>
          <a:p>
            <a:r>
              <a:t>Sources and factual limits: companion whitepaper v0.2.</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Brazil’s 2022 Census counted about 16.4 million residents in favelas and urban communities, 8.1% of the population. That is national context, not a description of a selected family or site. Living in a favela does not itself mean being displaced. Listen to families about work, schools, transport, support networks and whether a move suits them. No pilot families are claimed as enrolled.</a:t>
            </a:r>
          </a:p>
          <a:p/>
          <a:p>
            <a:r>
              <a:t>Sources and factual limits: companion whitepaper v0.2.</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30 November 2025 Rafael showed a US$21,883.86 construction calculation plus land, then the revised US$27,777 budget. Direct purchasing and shared costs form part of the plan. Thirty-six homes total US$999,972, with a proposed 12-month program. These are Rafael’s budget figures, not an index-published finished-home price. Track dates, included work, prices in reais and actual invoices. The separate January contract is US$27,777 for both lofts together.</a:t>
            </a:r>
          </a:p>
          <a:p/>
          <a:p>
            <a:r>
              <a:t>Sources and factual limits: companion whitepaper v0.2.</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promise to donate is different from a completed property transfer. A founder linked to the builder should not approve its own bill. Brazilian advisers need to review the property and legal arrangement. A token does not replace title registration.</a:t>
            </a:r>
          </a:p>
          <a:p/>
          <a:p>
            <a:r>
              <a:t>Sources and factual limits: companion whitepaper v0.2.</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old percentage split is agreed. Money credited toward a family’s purchase is not a second receipt of cash. Money paid by a buyer to a token seller normally goes to that seller, apart from separately collected fees. Money locked in a trading market is not also available to build homes.</a:t>
            </a:r>
          </a:p>
          <a:p/>
          <a:p>
            <a:r>
              <a:t>Sources and factual limits: companion whitepaper v0.2.</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Having a thousand homes does not itself show that the accounts balance. One-off grants can help construction but do not become continuing income. Any ongoing charge needs a real, affordable service under agreed terms. Reviews after three or six years are not promises of payouts.</a:t>
            </a:r>
          </a:p>
          <a:p/>
          <a:p>
            <a:r>
              <a:t>Sources and factual limits: companion whitepaper v0.2.</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option is equal member voice in resident matters, elected people responsible for work, and investor rights limited to the written investment agreement. Buying tokens would not buy membership or control over every housing decision. Ostrom’s ideas help us ask who participates, who checks and how disputes are resolved. These are proposed rules to agree. Online activity and scores do not decide housing rights.</a:t>
            </a:r>
          </a:p>
          <a:p/>
          <a:p>
            <a:r>
              <a:t>Sources and factual limits: companion whitepaper v0.2.</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pilot, residents and the organization need to agree which matters each group decides, spending limits and how a decision can be reviewed. For example: a resident reports a leak, the maintenance role assesses it and obtains a quote, spending follows the agreed rule, and another person checks the repair and payment. Routine work should proceed within those limits without constant founder instructions. Residents need ways to choose and replace responsible people. The support channel would show requests, decisions and progress; software assistants could organize documents and reminders. Blockchain could show payment amounts and destinations. These tools follow the rules agreed by participants. The complete process still needs to be demonstrated in IMOBX.</a:t>
            </a:r>
          </a:p>
          <a:p/>
          <a:p>
            <a:r>
              <a:t>Sources and factual limits: companion whitepaper v0.2.</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nonprofit idea keeps resources serving housing. Under Law 13.019’s definition for public-sector partnerships, nonprofits use results for their social purpose. A nonprofit cannot simply promise those results as investor dividends. Brazilian advisers need to review any other permitted investment arrangement. No supply, return rate, sale date or resident token plan is agreed. The token’s name does not decide its legal treatment. A token could record defined decision or permitted financial rights across projects. These rights are not yet chosen. We need to speak with families, property contributors, builders, staff, donors, possible investors, neighbours and independent checkers before treating their needs as agreed. The participation map is a proposal for those conversations.</a:t>
            </a:r>
          </a:p>
          <a:p/>
          <a:p>
            <a:r>
              <a:t>Sources and factual limits: companion whitepaper v0.2.</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preparation targets from an agreed start, not promised building dates. Construction needs property, funding and permissions. Follow at least three operating months before the first expansion review. Website v1 explains the plan; v2 reports real building and accounts without needing a token. Any later token access follows agreed rights and checked legal and payment arrangements.</a:t>
            </a:r>
          </a:p>
          <a:p/>
          <a:p>
            <a:r>
              <a:t>Sources and factual limits: companion whitepaper v0.2.</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Agree response times and affordability targets with local participants. Report homes as planned, contracted, delivered or transferred, with checked records. Token prices and holder counts do not measure how well families are housed. No completed transfers or committed capital are invented here.</a:t>
            </a:r>
          </a:p>
          <a:p/>
          <a:p>
            <a:r>
              <a:t>Sources and factual limits: companion whitepaper v0.2.</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Agree the specific work, responsible people and dates with each partner. This draft does not ask readers to buy a token or promise a funding award. The paper and pilot guide give the calculations, sources and decisions still needed.</a:t>
            </a:r>
          </a:p>
          <a:p/>
          <a:p>
            <a:r>
              <a:t>Sources and factual limits: companion whitepaper v0.2.</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01 / THE PROJECT</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A1A1A"/>
                </a:solidFill>
                <a:latin typeface="Arial"/>
              </a:defRPr>
            </a:pPr>
            <a:r>
              <a:t>Rent a home. Work toward owning it.</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IMOBX is preparing a first rent-to-own housing project in Rio.</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A1A1A"/>
                </a:solidFill>
                <a:latin typeface="Arial"/>
              </a:defRPr>
            </a:pPr>
            <a:r>
              <a:t>Local construction and clear family agreements.</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A1A1A"/>
                </a:solidFill>
                <a:latin typeface="Arial"/>
              </a:defRPr>
            </a:pPr>
            <a:r>
              <a:t>Residents help shape shared spaces and decisions.</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A1A1A"/>
                </a:solidFill>
                <a:latin typeface="Arial"/>
              </a:defRPr>
            </a:pPr>
            <a:r>
              <a:t>Current stage: planning, documents and design.</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15 OCT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01 / 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02 / THE PEOPLE</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A1A1A"/>
                </a:solidFill>
                <a:latin typeface="Arial"/>
              </a:defRPr>
            </a:pPr>
            <a:r>
              <a:t>Start with what a family needs.</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The first project would help displaced families and people unable to use ordinary housing finance.</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A1A1A"/>
                </a:solidFill>
                <a:latin typeface="Arial"/>
              </a:defRPr>
            </a:pPr>
            <a:r>
              <a:t>Agree who can join and what payments are affordable.</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A1A1A"/>
                </a:solidFill>
                <a:latin typeface="Arial"/>
              </a:defRPr>
            </a:pPr>
            <a:r>
              <a:t>Explain repairs, payments and the path to buying the home.</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A1A1A"/>
                </a:solidFill>
                <a:latin typeface="Arial"/>
              </a:defRPr>
            </a:pPr>
            <a:r>
              <a:t>Make help and complaints easy to access.</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15 OCT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02 / 12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03 / DELIVERY KNOWLEDGE</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A1A1A"/>
                </a:solidFill>
                <a:latin typeface="Arial"/>
              </a:defRPr>
            </a:pPr>
            <a:r>
              <a:t>Rafael has supplied a building budget.</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His US$27,777 per-home plan uses CUB and SINAPI, Brazilian building-cost references.</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A1A1A"/>
                </a:solidFill>
                <a:latin typeface="Arial"/>
              </a:defRPr>
            </a:pPr>
            <a:r>
              <a:t>Land US$5,550 · construction US$18,600 · solar US$1,500.</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A1A1A"/>
                </a:solidFill>
                <a:latin typeface="Arial"/>
              </a:defRPr>
            </a:pPr>
            <a:r>
              <a:t>Shared works US$1,500 · design and legal work US$627.</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A1A1A"/>
                </a:solidFill>
                <a:latin typeface="Arial"/>
              </a:defRPr>
            </a:pPr>
            <a:r>
              <a:t>The village plan assumes at least 36 homes built together.</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15 OCT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03 / 12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04 / THE OPERATING MODEL</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A1A1A"/>
                </a:solidFill>
                <a:latin typeface="Arial"/>
              </a:defRPr>
            </a:pPr>
            <a:r>
              <a:t>Put the home and responsibilities in writing.</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IMOBX would arrange property access, family agreements and building work.</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A1A1A"/>
                </a:solidFill>
                <a:latin typeface="Arial"/>
              </a:defRPr>
            </a:pPr>
            <a:r>
              <a:t>Check who owns the property and how IMOBX may use it.</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A1A1A"/>
                </a:solidFill>
                <a:latin typeface="Arial"/>
              </a:defRPr>
            </a:pPr>
            <a:r>
              <a:t>Agree the builder’s work, price, deadline and who checks it.</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A1A1A"/>
                </a:solidFill>
                <a:latin typeface="Arial"/>
              </a:defRPr>
            </a:pPr>
            <a:r>
              <a:t>Explain payments, purchase progress and the final transfer.</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15 OCT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04 / 12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05 / MONEY</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A1A1A"/>
                </a:solidFill>
                <a:latin typeface="Arial"/>
              </a:defRPr>
            </a:pPr>
            <a:r>
              <a:t>Show where each payment goes.</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Keep rent, donations, grants, service income and trading fees separately identified.</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A1A1A"/>
                </a:solidFill>
                <a:latin typeface="Arial"/>
              </a:defRPr>
            </a:pPr>
            <a:r>
              <a:t>Pay taxes, repairs and agreed running costs.</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A1A1A"/>
                </a:solidFill>
                <a:latin typeface="Arial"/>
              </a:defRPr>
            </a:pPr>
            <a:r>
              <a:t>Keep money for empty homes and commitments to families.</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A1A1A"/>
                </a:solidFill>
                <a:latin typeface="Arial"/>
              </a:defRPr>
            </a:pPr>
            <a:r>
              <a:t>Fund more homes; consider any permitted investor payments afterward.</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15 OCT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05 / 12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06 / CONTINUITY</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A1A1A"/>
                </a:solidFill>
                <a:latin typeface="Arial"/>
              </a:defRPr>
            </a:pPr>
            <a:r>
              <a:t>Pay today’s bills. Plan the next homes.</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Running the existing homes and building more need separate budgets.</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A1A1A"/>
                </a:solidFill>
                <a:latin typeface="Arial"/>
              </a:defRPr>
            </a:pPr>
            <a:r>
              <a:t>Check the budget with little or no trading income.</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A1A1A"/>
                </a:solidFill>
                <a:latin typeface="Arial"/>
              </a:defRPr>
            </a:pPr>
            <a:r>
              <a:t>Rent ends when the family becomes the home’s owner.</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A1A1A"/>
                </a:solidFill>
                <a:latin typeface="Arial"/>
              </a:defRPr>
            </a:pPr>
            <a:r>
              <a:t>Show how continuing income and new building funds will be found.</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15 OCT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06 / 12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07 / RESIDENT VOICE</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A1A1A"/>
                </a:solidFill>
                <a:latin typeface="Arial"/>
              </a:defRPr>
            </a:pPr>
            <a:r>
              <a:t>Give residents a real say.</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Discuss which decisions belong to residents, workers and possible investors.</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A1A1A"/>
                </a:solidFill>
                <a:latin typeface="Arial"/>
              </a:defRPr>
            </a:pPr>
            <a:r>
              <a:t>Residents help decide how shared spaces and repairs work.</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A1A1A"/>
                </a:solidFill>
                <a:latin typeface="Arial"/>
              </a:defRPr>
            </a:pPr>
            <a:r>
              <a:t>People chosen for work have time limits and can be replaced.</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A1A1A"/>
                </a:solidFill>
                <a:latin typeface="Arial"/>
              </a:defRPr>
            </a:pPr>
            <a:r>
              <a:t>Housing and purchase rights stay protected by agreements and law.</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15 OCT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07 / 12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08 / DIGITAL TOOLS</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A1A1A"/>
                </a:solidFill>
                <a:latin typeface="Arial"/>
              </a:defRPr>
            </a:pPr>
            <a:r>
              <a:t>From a request to checked work.</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Agreed roles, spending limits and shared records keep everyday work moving.</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A1A1A"/>
                </a:solidFill>
                <a:latin typeface="Arial"/>
              </a:defRPr>
            </a:pPr>
            <a:r>
              <a:t>A resident raises an issue; a responsible person takes it forward.</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A1A1A"/>
                </a:solidFill>
                <a:latin typeface="Arial"/>
              </a:defRPr>
            </a:pPr>
            <a:r>
              <a:t>Someone else checks the work, payment and receipt.</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A1A1A"/>
                </a:solidFill>
                <a:latin typeface="Arial"/>
              </a:defRPr>
            </a:pPr>
            <a:r>
              <a:t>Open tasks and approvals are ready for whoever takes over.</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15 OCT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08 / 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09 / TOKEN DECISION</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A1A1A"/>
                </a:solidFill>
                <a:latin typeface="Arial"/>
              </a:defRPr>
            </a:pPr>
            <a:r>
              <a:t>A home, a voice and an investment are different rights.</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A possible token needs a specific job and a written agreement.</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A1A1A"/>
                </a:solidFill>
                <a:latin typeface="Arial"/>
              </a:defRPr>
            </a:pPr>
            <a:r>
              <a:t>Families need a protected path to owning their whole home.</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A1A1A"/>
                </a:solidFill>
                <a:latin typeface="Arial"/>
              </a:defRPr>
            </a:pPr>
            <a:r>
              <a:t>Residents need a say; staff need clear duties and spending limits.</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A1A1A"/>
                </a:solidFill>
                <a:latin typeface="Arial"/>
              </a:defRPr>
            </a:pPr>
            <a:r>
              <a:t>Any investor needs defined income, losses and exit terms.</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15 OCT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09 / 12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10 / THE ROADMAP</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A1A1A"/>
                </a:solidFill>
                <a:latin typeface="Arial"/>
              </a:defRPr>
            </a:pPr>
            <a:r>
              <a:t>Prepare, test, then decide the next step.</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The roadmap links homes, money, shared decisions and digital tools.</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A1A1A"/>
                </a:solidFill>
                <a:latin typeface="Arial"/>
              </a:defRPr>
            </a:pPr>
            <a:r>
              <a:t>Days 1–30: roles, property, budget and family discussions.</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A1A1A"/>
                </a:solidFill>
                <a:latin typeface="Arial"/>
              </a:defRPr>
            </a:pPr>
            <a:r>
              <a:t>Days 31–60: money rules and worked examples; day 90: readiness decision.</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A1A1A"/>
                </a:solidFill>
                <a:latin typeface="Arial"/>
              </a:defRPr>
            </a:pPr>
            <a:r>
              <a:t>Fund the pilot, follow results and test with another local team.</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15 OCT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10 / 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11 / PILOT EVIDENCE</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A1A1A"/>
                </a:solidFill>
                <a:latin typeface="Arial"/>
              </a:defRPr>
            </a:pPr>
            <a:r>
              <a:t>Measure homes and promises kept.</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Follow actual costs, accounts and families’ experience.</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A1A1A"/>
                </a:solidFill>
                <a:latin typeface="Arial"/>
              </a:defRPr>
            </a:pPr>
            <a:r>
              <a:t>Check completed work, final cost and delays.</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A1A1A"/>
                </a:solidFill>
                <a:latin typeface="Arial"/>
              </a:defRPr>
            </a:pPr>
            <a:r>
              <a:t>Match every receipt and payment; report repairs and unresolved issues.</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A1A1A"/>
                </a:solidFill>
                <a:latin typeface="Arial"/>
              </a:defRPr>
            </a:pPr>
            <a:r>
              <a:t>Show participation and progress toward owning the home.</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15 OCT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11 / 12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12 / NEXT PARTNERS</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A1A1A"/>
                </a:solidFill>
                <a:latin typeface="Arial"/>
              </a:defRPr>
            </a:pPr>
            <a:r>
              <a:t>Help prepare the first project.</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We need people who can check the homes, agreements and budget.</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A1A1A"/>
                </a:solidFill>
                <a:latin typeface="Arial"/>
              </a:defRPr>
            </a:pPr>
            <a:r>
              <a:t>Building partners: confirm the work, property access, costs and timing.</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A1A1A"/>
                </a:solidFill>
                <a:latin typeface="Arial"/>
              </a:defRPr>
            </a:pPr>
            <a:r>
              <a:t>Housing, accounting and legal advisers: review agreements and money rules.</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A1A1A"/>
                </a:solidFill>
                <a:latin typeface="Arial"/>
              </a:defRPr>
            </a:pPr>
            <a:r>
              <a:t>Families and community partners: test the information and help process.</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15 OCT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12 / 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IMOBX | Partner discussion draft</dc:title>
  <dc:subject>Proposed Rio rent-to-own housing pilot</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