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homes are still being planned. This slide does not offer a home. The first home’s price, monthly payment and time to pay have not been set.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Buying tokens would not give control over another household’s contracted purchase price. See rent-to-own.html#decisions and roadmap.html#governance. Resident decision-making is still a proposal and has not yet been demonstrated in IMOBX.</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remain: no IMOBX token, a service or membership benefit, a share of collected fees, or an investment in the operation. These are alternatives, not combined promised rights. Capital for construction, outreach payments and investor income have different budgets and commitments. Residents’ participation would not depend on investment or promotion. Reference.html#token compares what a buyer might receive and the decisions still open.</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homes; payment records people can check; funding and account review; more homes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The published records do not yet document completed home transfers or committed capital.</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There is no contact address yet: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homes built together.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home transfers to the household once the purchase terms are met.</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money for empty homes and promises made to families.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homes; consider any permitted investor payments afterward.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and plan the next homes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vote per member is an option under discussion.</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A possible token could fund operations and outreach</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Buyers of new tokens would pay the organisation that creates and sells them. Their rights are still undecided.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later resale normally pays the seller; any project fee is separate.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Paid outreach needs a funded task, a check of the completed work and disclosure of payment.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No dividend, discount or token voting model has been selected.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homes.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homes and promises kept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money received and paid against the records; report repairs and unresolved issues.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2026-10-21</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