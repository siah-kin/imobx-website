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houses total US$999,972, with a proposed 12-month program. These are Rafael’s budget figures, not an index-published finished-home price. Track dates, included work, prices in reais and actual invoices.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houses are still being planned. A family pays about 60% above the building cost over 15 years; each family’s monthly payment is agreed with it.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credited toward a family’s purchase is not a second receipt of cash. Funding paid by a buyer to a token seller normally goes to that seller, apart from separately collected fees. Funding locked in a trading market is not also available to build houses.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houses does not itself show that the accounts balance. One-off grants can help construction but do not become continuing income. Any ongoing charge needs a real, affordable service under agreed terms.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Whatever a token vote decides, only the family and IMOBX together, under the law, can change a family’s housing agreement. See rent-to-own.html#decisions and governance.html.</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building a house only when its funding is secured. Residents take part as members, whether or not they hold tokens.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houses; payment records people can check; funding and account review; more houses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houses as planned, contracted, delivered or transferred, with checked records. Token prices and holder counts do not measure how well families are housed.</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resources and sources.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per-house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houses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house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funding for empty houses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houses;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houses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houses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member, one vote, as Brazil’s cooperative law sets out.</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The token launches once it can be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are examining how to introduce the IMOBX token in line with Brazilian law. It launches when holders can use it to reach the community’s services and goods.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Volume: trading fees, paid in USDC, pay for checked work.</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Voting: holders vote on the token’s own rules; the cooperative keeps one member, one vote.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Verify: in the plan, anyone can check each payment and who approved it.</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the token, on the distributed ledger page. Sets out the token’s four functions as the project describes them.</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houses.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houses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funding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