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No pilot families are claimed as enrolled.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promise to donate is different from a completed property transfer. A founder linked to the builder should not approve its own bill. Brazilian advisers need to review the property and legal arrangement. A token does not replace title registration.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old percentage split is agreed. 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 Reviews after three or six years are not promises of payouts.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option is equal member voice in resident matters, elected people responsible for work, and investor rights limited to the written investment agreement. Buying tokens would not buy membership or control over every housing decision. Ostrom’s ideas help us ask who participates, who checks and how disputes are resolved. These are proposed rules to agree. Online activity and scores do not decide housing rights.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Telegram bot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nonprofit idea keeps resources serving housing. Under Law 13.019’s definition for public-sector partnerships, nonprofits use results for their social purpose. A nonprofit cannot simply promise those results as investor dividends. Brazilian advisers need to review any other permitted investment arrangement. No supply, return rate, sale date or resident token plan is agreed. The token’s name does not decide its legal treatment.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preparation targets from an agreed start, not promised building dates. Construction needs property, funding and permissions. Follow at least three operating months before the first expansion review. Website v1 explains the plan; v2 reports real building and accounts without needing a token. Any later token access follows agreed rights and checked legal and payment arrangements.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No completed transfers or committed capital are invented here.</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work, responsible people and dates with each partner. This draft does not ask readers to buy a token or promise a funding award. The paper and pilot guide give the calculations, sources and decisions still needed.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Rent a home. Work toward owning it.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Local construction and clear family agreements.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shape shared spaces and decisions.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planning, documents and design.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what a family needs.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Agree who can join and what payments are affordable.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repairs, payments and the path to buying the home.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Make help and complaints easy to access.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Rafael has supplied a building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US$5,550 · construction US$18,600 · solar US$1,500.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works US$1,500 · design and legal work US$627.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The village plan assumes at least 36 homes built together.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Put the home and responsibilities in writing.</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would arrange property access, family agreements and building work.</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who owns the property and how IMOBX may use it.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Agree the builder’s work, price, deadline and who checks it.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purchase progress and the final transfer.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Show where each payment goes.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repairs and agreed running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Keep money for empty homes and commitments to families.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more homes; consider any permitted investor payments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Pay today’s bills. Plan the next homes.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the budget with little or no trading income.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Rent ends when the family becomes the home’s owner.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how continuing income and new building funds will be found.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Give residents a real say.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Discuss which decisions belong to residents, workers and possible investors.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decide how shared spaces and repairs work.</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People chosen for work have time limits and can be replaced.</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Housing and purchase rights stay protected by agreements and law.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From a request to checked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 resident raises an issue; a responsible person takes it forward.</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Someone else checks the work, payment and receipt.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Open tasks and approvals are ready for whoever takes over.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Decide what a token would actually give.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 community membership record and an investment do different jobs.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Choose the legal form and keep donations for their agreed purpose.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who owes what, where payment money comes from and how to leave.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Using money to build more homes does not automatically raise a token’s price.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Prepare, test, then decide the next step.</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links homes, money, shared decisions and digital tools.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Days 1–30: roles, property, budget and family discussions.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Days 31–60: money rules and worked examples; day 90: readiness decision.</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the pilot, follow results and test with another local team.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Measure homes and promises kept.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completed work, final cost and delays.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Match every receipt and payment; report repairs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participation and progress toward owning the home.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prepare the first project.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need people who can check the homes, agreements and budget.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Building partners: confirm the work, property access, costs and timing.</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advisers: review agreements and money rules.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Families and community partners: test the information and help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