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houses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houses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credited toward a family’s purchase is not a second receipt of cash. Funding paid by a buyer to a token seller normally goes to that seller, apart from separately collected fees. Funding locked in a trading market is not also available to build houses.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houses does not itself show that the accounts balance. One-off grants can help construction but do not become continuing income. Any ongoing charge needs a real, affordable service under agreed terms.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houses; payment records people can check; funding and account review; more houses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houses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reference.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houses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 It is not an independent check of them.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funding for empty houses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houses;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houses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houses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houses, operations and outreach</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 It does not say whether an IMOBX token would comply.</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questions about funding, tokens and governance. Holds the project's own answers on the token. Nothing there is decided.</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houses.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houses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funding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