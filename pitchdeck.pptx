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arrangement, not a current home offer. The first purchase price, monthly payment, purchase credit and payment period have not been set. Rafael’s village budget and the two-loft contract are construction cases, not household sale prices. Repair charges, hardship and exit terms remain open. The household explanation is at rent-to-own.html. Property authority, budget and independent inspection remain necessary for delivery.</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review route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Do not describe this proposal as a functioning resident assembly.</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fee participation,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transparent treasury; funding and account review; more homes and owner partnerships. Rafael contributes construction and local knowledge; John contributes communication and digital coordination. Adviser, accounting, approval and independent inspection roles still need appointments. OLYMPUS is a possible founder-linked contractor requiring independent approval.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Receiving contacts are still placeholders: visitors can prepare and copy an introduction, but the website sends nothing. A property introduction can lead to assessment, not an automatic transfer. A founder-linked builder needs independent contract and delivery review. See contact.html and rent-to-own.html#property.</a:t>
            </a:r>
          </a:p>
          <a:p/>
          <a:p>
            <a:r>
              <a:t>Sources and factual limits: companion whitepaper v0.6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operations and outreach.</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In a direct issue, buyers would pay the issuing organization; their rights are still undecided.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brief, accepted work and disclosure.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v0.6 / 2026-10-17</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