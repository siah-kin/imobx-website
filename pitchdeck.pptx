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promise to donate is different from a completed property transfer. A founder linked to the builder should not approve its own bill. Brazilian advisers need to review the property and legal arrangement. A token does not replace title registration.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old percentage split is agreed. 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 Reviews after three or six years are not promises of payouts.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option is equal member voice in resident matters, elected people responsible for work, and investor rights limited to the written investment agreement. Buying tokens would not buy membership or control over every housing decision. Ostrom’s ideas help us ask who participates, who checks and how disputes are resolved. These are proposed rules to agree. Online activity and scores do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nonprofit idea keeps resources serving housing. Under Law 13.019’s definition for public-sector partnerships, nonprofits use results for their social purpose. A nonprofit cannot simply promise those results as investor dividends. Brazilian advisers need to review any other permitted investment arrangement. No supply, return rate, sale date or resident token plan is agreed. The token’s name does not decide its legal treatment. A token could record defined decision or permitted financial rights across projects. These rights are not yet chosen. We need to speak with families, property contributors, builders, staff, donors, possible investors, neighbours and independent checkers before treating their needs as agreed. The participation map is a proposal for those conversations. The financial purpose is capital raising for budgeted housing work. Formation of a share company, an investment offering and later trading are separate decisions. Financing may precede construction after the necessary organization, property authority, budget and permitted fundraising route are ready. Future income is forecast, not received. New investment paid to the issuer differs from a resale that pays another investor. The financing structure remains under study.</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preparation targets from an agreed start, not promised building dates. Construction needs property, funding and permissions. Follow at least three operating months before the first expansion review. Website v1 explains the plan; v2 reports real building and accounts without needing a token. Any later token access follows agreed rights and checked legal and payment arrangements.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work, responsible people and dates with each partner. This draft does not ask readers to buy a token or promise a funding award. The paper and pilot guide give the calculations, sources and decisions still needed.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Rent a home. Work toward owning it.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Put the home and responsibilities in writing.</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would arrange property access, family agreements and building work.</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who owns the property and how IMOBX may use it.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Agree the builder’s work, price, deadline and who checks 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purchase progress and the final transfer.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Give residents a real say.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Discuss which decisions belong to residents, workers and possible investors.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decide how shared spaces and repairs work.</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People chosen for work have time limits and can be replaced.</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Raise capital for homes. Define what investors receive.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are studying a financial token to fund construction and growth.</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new issue would bring investment money into the housing operation.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the issuer, financial rights, income source, losses and exit.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Keep family agreements and residents’ say in decisions protected.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Prepare, test, then decide the next step.</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links homes, money, shared decisions and digital tools.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property, budget and family discussions.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money rules and worked examples;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the pilot, follow results and test with another local team.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prepare the first project.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need people who can check the homes, agreements and budget.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Building partners: confirm the work, property access, costs and timing.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advisers: review agreements and money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Families and community partners: test the information and help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