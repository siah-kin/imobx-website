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Rafael's proposed construction/local role and John's proposed community/digital role. Their agreements, the legal entity and pilot property control still need documentary confirmation. This deck is for partners, not an investment solicitation.</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recorded around 16.4 million residents in favelas and urban communities, 8.1% of the population. IBGE describes community formation and identities, while UN-Habitat provides the wider inadequate-housing context. These are national/global references, not evidence of the selected pilot site. Do not describe all informal-settlement residents as displaced. Listen to households about location, work, services and their preferences. The founders’ target group requires local definition and consultation. No pilot residents are claimed as enrolled.</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lines total $27,777. The historical 36-home total is $999,972 with a 12-month proposal. This is neither an independent quote nor a one-home delivery commitment. The cost is an evidence item to reconcile, not a headline return claim.</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proposed donation or memorandum is not a completed property transfer. A token is not the title record. The legal form and transfer arrangement need Brazilian professional review.</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Historical 98% rental distributions are not adopted here. Resident purchase credits are obligations or entitlements, not extra cash. A resale payment belongs to the seller except for separately collected fees. Locked trading liquidity is not available construction cash.</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thousand homes is a hypothesis, not a break-even result. Grants may help eligible costs but one-off awards are not recurring income. Three- or six-year reviews do not guarantee a distribution.</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Ostrom informs the design direction: boundaries, affected users' participation, monitoring and accessible dispute resolution. There is no tenant-token allocation or adopted voting-weight plan. Compare household/member participation options with advisers and residents. IMOBX’s ambition is a DAO supported by tested shared rules and useful digital records; the current paper sets out the proposed decision boundaries.</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Arctide fee components are described in its integration documentation. The IMOBX recipient and integration are not demonstrated. The Flock remains neutral. Its contribution/reward backend is a separate authorized service; this deck does not promise live payouts.</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CVM Guidance Opinion 40 concerns cryptoasset characteristics and rights. Do not claim SEC, MiCA or Brazilian approval. No supply, APY, sale date, tenant allocation or payout plan is agreed. Website v2 requires accepted rights and a permitted provider route.</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roadmap has evidence gates rather than a promised calendar. Token-specific paper/website v2 follows the legal/provider and contract verification gates. Permits, funding and scope determine construction time.</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numeric service targets after the pilot baseline. No invented beneficiaries, capital commitments or completed transfers are shown. Trading volume and holder count are financial market observations, not housing impact.</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the specific scope, responsible people, deliverables and decision dates with each partner. No funding amount or token purchase is requested by this draft. Read the companion whitepaper for assumptions, sources and unresolved decisions.</a:t>
            </a:r>
          </a:p>
          <a:p/>
          <a:p>
            <a:r>
              <a:t>Sources and factual limits: companion whitepaper v0.1.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01 / THE PROJECT</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A home. An agreement. A record of the money.</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Rio housing pilot with a written rent-to-own pathway and project reporting.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Ground work: construction, property access and resident operations.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Digital work: clear information, questions and approved reports.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Current stage: design and evidence review.</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02 / THE PEOPLE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Start with households and the home.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intended pilot serves households displaced or excluded from ordinary housing finance.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Define eligibility and affordability with local participants.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Explain payments, maintenance and the ownership path in ordinary Portuguese.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Provide a support and dispute route residents can actually use.</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03 / DELIVERY KNOWLEDGE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A cost proposal exists. The pilot needs its own budget.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US$27,777 per home was a founder-supplied proposal based on at least 36 homes.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Land $5,550 · construction $18,600 · solar $1,500.</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Shared infrastructure $1,500 · legal/design $627.</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Update the selected pilot in BRL, with scope, margin, contingency and operating costs.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04 / THE OPERATING MODEL</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One accountable organization coordinates the home.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Property control, resident agreements and builder responsibilities must connect in writing.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Document ownership or operating authority for the selected property.</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Contract the builder and disclose related-party terms.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Specify what the resident pays, earns toward ownership and receives at completion.</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05 / MONEY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Keep each source and use visible.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Rent, grants, service receipts and trading fees enter the books separately.</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Pay taxes, collection and agreed property/organization costs.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Fund repairs, resident commitments, vacancies and reserves.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Commit growth capital under an agreed rule; assess any lawful surplus afterward.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06 / CONTINUITY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Self-sufficiency has two tests.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Cover the homes already operating. Then finance the next cohort.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Test full operating costs through low or zero trading activity.</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Account for rent ending when a home transfers to its resident.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Identify retained assets or recurring services; model expansion capital separately.</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07 / RESIDENT VOICE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Write down who decides what.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Residents help shape suitable local decisions; their contracts define their rights.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Consult on maintenance priorities, shared facilities and support.</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Define board duties, budget authority and conflict rules.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Protect occupancy and the ownership path from unrelated token votes.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08 / DIGITAL TOOLS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Use digital records where they reduce work.</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Flock is the proposed Telegram project desk. Arctide is a candidate for USDC settlement.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Approved updates and support requests reach the responsible people.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A configured project-fee recipient could receive supplementary USDC trade fees.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Housing contracts and private resident records keep their own responsible process.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09 / TOKEN DECISION</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Define the right before selecting the token.</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 participation credential and a financial interest are different products.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Specify issuer, rights, governance scope and transfer process.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Review eligibility, offer language and providers with Brazilian advisers.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Proceed with ordinary contracts if a token adds no useful benefit.</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10 / THE ROADMAP</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Move from evidence to a delivered pilot.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Three work streams: housing evidence, operating/legal design and digital communication.</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Agree founder roles, property file and selected resident pathway.</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Reconcile the budget, cash rules and governance; review the whitepaper.</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Publish verified website v1 information; deliver, report and evaluate the next cohort.</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11 / PILOT EVIDENCE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Count homes and fulfilled commitments.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scorecard measures delivery, cash discipline and resident experience.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Budget and schedule variance; property rights and resident agreement.</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Monthly source/use/reserve reconciliation; maintenance and unresolved issues.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Resident participation and progress under the ownership agreement.</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12 / NEXT PARTNERS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Help define and verify the first pilot.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next ask is practical expertise and a bounded delivery arrangement.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Property and building partners: confirm scope, access, costs and delivery.</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Housing, accounting and legal partners: review rights, reserves and funding route.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Resident/community partners: test the agreement, information and support process.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