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Participating households are not identified in this draft.</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homes are still being planned. This slide does not offer a home. The first home’s price, monthly payment and time to pay have not been set. How much of each payment would count towards buying it also remains to be agreed. Rafael’s village budget and the two-loft contract are construction cases, not household sale prices. Repair charges, hardship and exit terms remain open. The household explanation is at rent-to-own.html. Before building, the project needs documents showing the right to use the property, a budget and someone independent to inspect the work.</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voting procedure, spending limits and way to question a decision have not been agreed with participants. In the proposed repair process, a resident reports a leak, a maintenance contact obtains a quote, spending follows the agreed limit and another person checks the work. Buying tokens would not give control over another household’s contracted purchase price. See rent-to-own.html#decisions and roadmap.html#governance. Resident decision-making is still a proposal and has not yet been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remain: no IMOBX token, a service or membership benefit, a share of collected fees, or an investment in the operation. These are alternatives, not combined promised rights. Capital for construction, outreach payments and investor income have different budgets and commitments. Residents’ participation would not depend on investment or promotion. Reference.html#token compares what a buyer might receive and the decisions still open.</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stages are legal structure and property; resident participation; first homes; payment records people can check; funding and account review; more homes and owner partnerships. Rafael contributes construction and local knowledge; John contributes communication and digital coordination. Adviser, accounting, approval and independent inspection roles still need appointments. OLYMPUS is a possible builder connected to Rafael. Its appointment would need approval by someone independent of the builder. A community or charitable partner is a possible relationship. Construction dates depend on the chosen project, funding and permissions. A review after at least three operating months is proposed before expanding. The roadmap lists responsibilities and reasons to pause each stage.</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The published records do not yet document completed home transfers or committed capital.</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possible contributions, not confirmed partnerships or contracts. The contact page has separate routes and explanations. Receiving contacts are still placeholders: visitors can prepare and copy an introduction, but the website sends nothing. A property introduction can lead to assessment, not an automatic transfer. If a builder is connected to an IMOBX founder, someone independent must check the contract and completed work. See contact.html and rent-to-own.html#property.</a:t>
            </a:r>
          </a:p>
          <a:p/>
          <a:p>
            <a:r>
              <a:t>Sources and factual limits: companion whitepaper v0.7 and reference.html.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Families would rent toward owning their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Part of each payment would go towards buying the home.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household could see what it has paid towards the purchase and how much remains.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The agreement sets the price and how much of each payment goes towards buying.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The household can follow the amount paid and the remaining price.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The whole home transfers to the household once the purchase terms are met.</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Keep money for empty homes and promises made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Residents would decide how shared spaces are used.</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Courtyard use, study-room hours, repair priorities and representatives are resident matters.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One vote per member is an option under discussion.</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No investment purchase or promotional work would be required for a voice.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Investor rights and each household’s contract have their own terms.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A possible token could fund operations and outreach.</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Buyers of new tokens would pay the organisation that creates and sells them. Their rights are still undecided.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A later resale normally pays the seller; any project fee is separate.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Paid outreach needs a funded task, a check of the completed work and disclosure of payment.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No dividend, discount or token voting model has been selected.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Each stage needs evidence before it advances.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names proposed roles and conditions for proceeding.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Property rights, household terms and budgets underpin the first homes.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Digital payment trials and token research can progress alongside them.</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Expansion follows operating results and funding for existing commitments.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Check money received and paid against the records;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93D4E"/>
                </a:solidFill>
                <a:latin typeface="Arial"/>
              </a:defRPr>
            </a:pPr>
            <a:r>
              <a:t>One property can become a project to assess.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An owner, building team, local organization and funder could develop a costed proposal together.</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93D4E"/>
                </a:solidFill>
                <a:latin typeface="Arial"/>
              </a:defRPr>
            </a:pPr>
            <a:r>
              <a:t>Owners: property, condition and donation, sale or lease terms.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93D4E"/>
                </a:solidFill>
                <a:latin typeface="Arial"/>
              </a:defRPr>
            </a:pPr>
            <a:r>
              <a:t>Builders and funders: costed work, funding purpose and commitments.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93D4E"/>
                </a:solidFill>
                <a:latin typeface="Arial"/>
              </a:defRPr>
            </a:pPr>
            <a:r>
              <a:t>Households: affordable terms, location, repairs and resident decisions.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v0.7 / 2026-10-19</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